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1" r:id="rId7"/>
    <p:sldId id="262" r:id="rId8"/>
    <p:sldId id="263" r:id="rId9"/>
    <p:sldId id="264" r:id="rId10"/>
    <p:sldId id="25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00E805-CF6E-484C-B4A6-E01FAB489AA7}" v="1" dt="2025-10-18T14:09:11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66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CAN İSTEKLİ" userId="S::h.istekli2021@gtu.edu.tr::b5b82ba5-a7b4-49a3-83c8-cd9dee4b0de7" providerId="AD" clId="Web-{F500E805-CF6E-484C-B4A6-E01FAB489AA7}"/>
    <pc:docChg chg="modSld">
      <pc:chgData name="HASAN CAN İSTEKLİ" userId="S::h.istekli2021@gtu.edu.tr::b5b82ba5-a7b4-49a3-83c8-cd9dee4b0de7" providerId="AD" clId="Web-{F500E805-CF6E-484C-B4A6-E01FAB489AA7}" dt="2025-10-18T14:09:11.939" v="0" actId="1076"/>
      <pc:docMkLst>
        <pc:docMk/>
      </pc:docMkLst>
      <pc:sldChg chg="modSp">
        <pc:chgData name="HASAN CAN İSTEKLİ" userId="S::h.istekli2021@gtu.edu.tr::b5b82ba5-a7b4-49a3-83c8-cd9dee4b0de7" providerId="AD" clId="Web-{F500E805-CF6E-484C-B4A6-E01FAB489AA7}" dt="2025-10-18T14:09:11.939" v="0" actId="1076"/>
        <pc:sldMkLst>
          <pc:docMk/>
          <pc:sldMk cId="1053134841" sldId="262"/>
        </pc:sldMkLst>
        <pc:picChg chg="mod">
          <ac:chgData name="HASAN CAN İSTEKLİ" userId="S::h.istekli2021@gtu.edu.tr::b5b82ba5-a7b4-49a3-83c8-cd9dee4b0de7" providerId="AD" clId="Web-{F500E805-CF6E-484C-B4A6-E01FAB489AA7}" dt="2025-10-18T14:09:11.939" v="0" actId="1076"/>
          <ac:picMkLst>
            <pc:docMk/>
            <pc:sldMk cId="1053134841" sldId="262"/>
            <ac:picMk id="16" creationId="{AF5365AC-8CA1-5DB0-C87A-EF1534253F7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BE870-F6B9-B047-B4EC-8B7FFB59D5DD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A407B-0804-7F4D-A06C-594D3F40FC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5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E32EF-F5E0-FB4C-9392-7B16CE20DF52}" type="datetimeFigureOut">
              <a:rPr lang="en-US" smtClean="0"/>
              <a:t>10/18/2025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ACB8-4FB9-D44E-9BFD-2F27477F22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71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566400" cy="1470025"/>
          </a:xfrm>
        </p:spPr>
        <p:txBody>
          <a:bodyPr/>
          <a:lstStyle>
            <a:lvl1pPr algn="r">
              <a:defRPr>
                <a:latin typeface="Arial Narrow"/>
                <a:cs typeface="Arial Narrow"/>
              </a:defRPr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3600450"/>
            <a:ext cx="9516533" cy="1752600"/>
          </a:xfrm>
        </p:spPr>
        <p:txBody>
          <a:bodyPr/>
          <a:lstStyle>
            <a:lvl1pPr marL="0" indent="0" algn="r">
              <a:buNone/>
              <a:defRPr>
                <a:solidFill>
                  <a:srgbClr val="000000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E977-D7F9-6246-9B15-94C08D881614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38249" y="6486526"/>
            <a:ext cx="5531556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86526"/>
            <a:ext cx="925689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9417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20010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20687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652" y="164225"/>
            <a:ext cx="3391592" cy="1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55912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46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1539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216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8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1A8-CA29-D04F-9D2F-A382FC60CC17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8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EE1-A741-3644-B696-32E159E5B0A8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Resim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1DF8-0910-4546-923C-2018FF20BE57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11940649" y="0"/>
            <a:ext cx="0" cy="6855884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11991449" y="0"/>
            <a:ext cx="0" cy="6855884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2042249" y="1"/>
            <a:ext cx="0" cy="6855883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966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140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" y="5647284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8D3C-B86A-E942-92EA-CCA5C0D5AD5C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78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E2B8-C39A-5742-9BCB-443DEEAE7058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9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639"/>
            <a:ext cx="2158827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7668-A790-5843-88C5-F92CCC4D67C4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46323" y="5243793"/>
            <a:ext cx="1255222" cy="1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169" y="1409700"/>
            <a:ext cx="11637547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0819" y="6490759"/>
            <a:ext cx="1057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F1426ECF-97AB-FC44-95EE-DD6B6A6D7916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0759"/>
            <a:ext cx="799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8028" y="6490759"/>
            <a:ext cx="92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503" y="6566960"/>
            <a:ext cx="161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90"/>
                </a:solidFill>
                <a:latin typeface="Arial Narrow"/>
                <a:cs typeface="Arial Narrow"/>
              </a:rPr>
              <a:t>www.gtu.edu.tr</a:t>
            </a:r>
          </a:p>
        </p:txBody>
      </p:sp>
    </p:spTree>
    <p:extLst>
      <p:ext uri="{BB962C8B-B14F-4D97-AF65-F5344CB8AC3E}">
        <p14:creationId xmlns:p14="http://schemas.microsoft.com/office/powerpoint/2010/main" val="28812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 Narrow"/>
          <a:ea typeface="+mj-ea"/>
          <a:cs typeface="Arial Narro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 Narrow"/>
          <a:ea typeface="+mn-ea"/>
          <a:cs typeface="Arial Narro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 Narrow"/>
          <a:ea typeface="+mn-ea"/>
          <a:cs typeface="Arial Narro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 Narrow"/>
          <a:ea typeface="+mn-ea"/>
          <a:cs typeface="Arial Narro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496" y="2168526"/>
            <a:ext cx="9442704" cy="1679575"/>
          </a:xfrm>
        </p:spPr>
        <p:txBody>
          <a:bodyPr/>
          <a:lstStyle/>
          <a:p>
            <a:r>
              <a:rPr lang="en-US" dirty="0"/>
              <a:t>WEBRTC BASED MOBILE/CAR VOICE GEOTALK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653408"/>
            <a:ext cx="7137400" cy="243667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CSE 496</a:t>
            </a:r>
            <a:endParaRPr lang="tr-TR" dirty="0"/>
          </a:p>
          <a:p>
            <a:r>
              <a:rPr lang="en-US" dirty="0"/>
              <a:t>First Presentation</a:t>
            </a:r>
            <a:endParaRPr lang="tr-TR" dirty="0"/>
          </a:p>
          <a:p>
            <a:endParaRPr lang="tr-TR" dirty="0"/>
          </a:p>
          <a:p>
            <a:r>
              <a:rPr lang="tr-TR" dirty="0"/>
              <a:t>Hasan Can İstekli</a:t>
            </a:r>
          </a:p>
          <a:p>
            <a:endParaRPr lang="tr-TR" dirty="0"/>
          </a:p>
          <a:p>
            <a:r>
              <a:rPr lang="en-US" dirty="0"/>
              <a:t>Advisor: Assoc. Prof. Dr. Mehmet Göktürk</a:t>
            </a:r>
            <a:endParaRPr lang="tr-TR" dirty="0"/>
          </a:p>
          <a:p>
            <a:r>
              <a:rPr lang="tr-TR" dirty="0"/>
              <a:t>October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51343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Project Definition</a:t>
            </a:r>
          </a:p>
          <a:p>
            <a:r>
              <a:rPr lang="tr-TR" dirty="0"/>
              <a:t>Project Design</a:t>
            </a:r>
          </a:p>
          <a:p>
            <a:r>
              <a:rPr lang="tr-TR" dirty="0"/>
              <a:t>Project </a:t>
            </a:r>
            <a:r>
              <a:rPr lang="tr-TR" dirty="0" err="1"/>
              <a:t>Requirements</a:t>
            </a:r>
            <a:r>
              <a:rPr lang="tr-TR" dirty="0"/>
              <a:t> </a:t>
            </a:r>
          </a:p>
          <a:p>
            <a:r>
              <a:rPr lang="tr-TR" dirty="0"/>
              <a:t>Success Criteria </a:t>
            </a:r>
          </a:p>
          <a:p>
            <a:r>
              <a:rPr lang="tr-TR" dirty="0"/>
              <a:t>Project Timeline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AE15-0C4A-9243-A998-FED59F87DB60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1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Definition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İçerik Yer Tutucusu 2"/>
          <p:cNvSpPr txBox="1">
            <a:spLocks/>
          </p:cNvSpPr>
          <p:nvPr/>
        </p:nvSpPr>
        <p:spPr>
          <a:xfrm>
            <a:off x="5672830" y="1409700"/>
            <a:ext cx="6250885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project introduces "</a:t>
            </a:r>
            <a:r>
              <a:rPr lang="en-US" dirty="0" err="1"/>
              <a:t>GeoTalk</a:t>
            </a:r>
            <a:r>
              <a:rPr lang="en-US" dirty="0"/>
              <a:t>," a web-based communication platform for drivers. The system allows a group of users to:</a:t>
            </a:r>
            <a:endParaRPr lang="tr-TR" dirty="0"/>
          </a:p>
          <a:p>
            <a:r>
              <a:rPr lang="en-US" dirty="0"/>
              <a:t>See each other's real-time location on a map.</a:t>
            </a:r>
            <a:endParaRPr lang="tr-TR" dirty="0"/>
          </a:p>
          <a:p>
            <a:r>
              <a:rPr lang="en-US" dirty="0"/>
              <a:t>Communicate through voice channels using WebRTC technology.</a:t>
            </a:r>
            <a:endParaRPr lang="tr-TR" dirty="0"/>
          </a:p>
          <a:p>
            <a:r>
              <a:rPr lang="en-US" dirty="0"/>
              <a:t>Send and receive text messages.</a:t>
            </a:r>
            <a:endParaRPr lang="tr-TR" dirty="0"/>
          </a:p>
        </p:txBody>
      </p:sp>
      <p:pic>
        <p:nvPicPr>
          <p:cNvPr id="11" name="Picture 10" descr="A diagram of a cloud system">
            <a:extLst>
              <a:ext uri="{FF2B5EF4-FFF2-40B4-BE49-F238E27FC236}">
                <a16:creationId xmlns:a16="http://schemas.microsoft.com/office/drawing/2014/main" id="{DDDFC29F-BB25-042D-C053-76C49FC8C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06" y="1286661"/>
            <a:ext cx="5319266" cy="531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Design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190912" y="1455269"/>
            <a:ext cx="4838330" cy="4991100"/>
          </a:xfrm>
        </p:spPr>
        <p:txBody>
          <a:bodyPr>
            <a:normAutofit/>
          </a:bodyPr>
          <a:lstStyle/>
          <a:p>
            <a:r>
              <a:rPr lang="en-US" sz="2400" dirty="0"/>
              <a:t>A multi-layered architecture separates the UI, application logic, and data layers.</a:t>
            </a:r>
            <a:endParaRPr lang="tr-TR" sz="2400" dirty="0"/>
          </a:p>
          <a:p>
            <a:r>
              <a:rPr lang="en-US" sz="2400" dirty="0"/>
              <a:t>Clients are a </a:t>
            </a:r>
            <a:r>
              <a:rPr lang="en-US" sz="2400" b="1" dirty="0"/>
              <a:t>React Native</a:t>
            </a:r>
            <a:r>
              <a:rPr lang="en-US" sz="2400" dirty="0"/>
              <a:t> mobile app and a </a:t>
            </a:r>
            <a:r>
              <a:rPr lang="en-US" sz="2400" b="1" dirty="0"/>
              <a:t>React</a:t>
            </a:r>
            <a:r>
              <a:rPr lang="en-US" sz="2400" dirty="0"/>
              <a:t> web app for cars.</a:t>
            </a:r>
            <a:endParaRPr lang="tr-TR" sz="2400" dirty="0"/>
          </a:p>
          <a:p>
            <a:r>
              <a:rPr lang="en-US" sz="2400" dirty="0"/>
              <a:t>The </a:t>
            </a:r>
            <a:r>
              <a:rPr lang="en-US" sz="2400" b="1" dirty="0"/>
              <a:t>Node.js</a:t>
            </a:r>
            <a:r>
              <a:rPr lang="en-US" sz="2400" dirty="0"/>
              <a:t> backend handles signaling and SFU sessions, using </a:t>
            </a:r>
            <a:r>
              <a:rPr lang="en-US" sz="2400" b="1" dirty="0"/>
              <a:t>MongoDB</a:t>
            </a:r>
            <a:r>
              <a:rPr lang="en-US" sz="2400" dirty="0"/>
              <a:t> for data and </a:t>
            </a:r>
            <a:r>
              <a:rPr lang="en-US" sz="2400" b="1" dirty="0"/>
              <a:t>Redis</a:t>
            </a:r>
            <a:r>
              <a:rPr lang="en-US" sz="2400" dirty="0"/>
              <a:t> for location caching.</a:t>
            </a:r>
            <a:endParaRPr lang="tr-TR" sz="2400" dirty="0"/>
          </a:p>
          <a:p>
            <a:r>
              <a:rPr lang="en-US" sz="2400" dirty="0"/>
              <a:t>Voice communication is managed by a </a:t>
            </a:r>
            <a:r>
              <a:rPr lang="en-US" sz="2400" b="1" dirty="0"/>
              <a:t>Janus SFU</a:t>
            </a:r>
            <a:r>
              <a:rPr lang="en-US" sz="2400" dirty="0"/>
              <a:t> server, while </a:t>
            </a:r>
            <a:r>
              <a:rPr lang="en-US" sz="2400" b="1" dirty="0" err="1"/>
              <a:t>Coturn</a:t>
            </a:r>
            <a:r>
              <a:rPr lang="en-US" sz="2400" dirty="0"/>
              <a:t> ensures connection reliability.</a:t>
            </a:r>
            <a:endParaRPr lang="tr-TR" sz="24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604685DC-0F9D-0DCD-5DAB-9D902FF826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16" name="Picture 15" descr="A diagram of a mobile application&#10;&#10;AI-generated content may be incorrect.">
            <a:extLst>
              <a:ext uri="{FF2B5EF4-FFF2-40B4-BE49-F238E27FC236}">
                <a16:creationId xmlns:a16="http://schemas.microsoft.com/office/drawing/2014/main" id="{AF5365AC-8CA1-5DB0-C87A-EF1534253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783" y="1908052"/>
            <a:ext cx="7190912" cy="44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3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</a:t>
            </a:r>
            <a:r>
              <a:rPr lang="tr-TR" dirty="0" err="1"/>
              <a:t>Requirements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86169" y="1409700"/>
            <a:ext cx="11637547" cy="49911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600" dirty="0"/>
              <a:t>To develop this project, several software tools and technologies will be used:</a:t>
            </a:r>
            <a:endParaRPr lang="tr-TR" sz="2600" b="1" dirty="0"/>
          </a:p>
          <a:p>
            <a:r>
              <a:rPr lang="en-US" sz="2800" b="1" dirty="0"/>
              <a:t>Backend:</a:t>
            </a:r>
            <a:r>
              <a:rPr lang="en-US" sz="2800" dirty="0"/>
              <a:t> Node.js, Express, Socket.IO (for signaling &amp; SFU session management), JWT (for authentication).</a:t>
            </a:r>
            <a:endParaRPr lang="tr-TR" sz="2800" dirty="0"/>
          </a:p>
          <a:p>
            <a:r>
              <a:rPr lang="en-US" sz="2800" b="1" dirty="0"/>
              <a:t>Frontend:</a:t>
            </a:r>
            <a:r>
              <a:rPr lang="en-US" sz="2800" dirty="0"/>
              <a:t> React (for the web/car browser app), React Native with Expo (for the mobile app).</a:t>
            </a:r>
            <a:endParaRPr lang="tr-TR" sz="2800" dirty="0"/>
          </a:p>
          <a:p>
            <a:r>
              <a:rPr lang="en-US" sz="2600" b="1" dirty="0"/>
              <a:t>Databases:</a:t>
            </a:r>
            <a:r>
              <a:rPr lang="en-US" sz="2600" dirty="0"/>
              <a:t> MongoDB (for persistent user and session data), Redis (for location data caching).</a:t>
            </a:r>
            <a:endParaRPr lang="tr-TR" sz="2600" dirty="0"/>
          </a:p>
          <a:p>
            <a:r>
              <a:rPr lang="en-US" sz="2800" b="1" dirty="0"/>
              <a:t>Real-time Communication:</a:t>
            </a:r>
            <a:r>
              <a:rPr lang="en-US" sz="2800" dirty="0"/>
              <a:t> </a:t>
            </a:r>
            <a:r>
              <a:rPr lang="en-US" sz="2800" b="1" dirty="0"/>
              <a:t>Janus WebRTC Server (as an SFU)</a:t>
            </a:r>
            <a:r>
              <a:rPr lang="en-US" sz="2800" dirty="0"/>
              <a:t>, </a:t>
            </a:r>
            <a:r>
              <a:rPr lang="en-US" sz="2800" dirty="0" err="1"/>
              <a:t>Coturn</a:t>
            </a:r>
            <a:r>
              <a:rPr lang="en-US" sz="2800" dirty="0"/>
              <a:t> (STUN/TURN Server for NAT traversal), WebRTC libraries.</a:t>
            </a:r>
            <a:endParaRPr lang="tr-TR" sz="2800" dirty="0"/>
          </a:p>
          <a:p>
            <a:r>
              <a:rPr lang="en-US" sz="2800" b="1" dirty="0"/>
              <a:t>Cloud Server (VPS):</a:t>
            </a:r>
            <a:r>
              <a:rPr lang="en-US" sz="2800" dirty="0"/>
              <a:t> To host the backend application (Node.js), databases, the </a:t>
            </a:r>
            <a:r>
              <a:rPr lang="en-US" sz="2800" dirty="0" err="1"/>
              <a:t>Coturn</a:t>
            </a:r>
            <a:r>
              <a:rPr lang="en-US" sz="2800" dirty="0"/>
              <a:t> server, and the </a:t>
            </a:r>
            <a:r>
              <a:rPr lang="en-US" sz="2800" b="1" dirty="0"/>
              <a:t>Janus SFU Server</a:t>
            </a:r>
            <a:r>
              <a:rPr lang="en-US" sz="2800" dirty="0"/>
              <a:t>.</a:t>
            </a:r>
            <a:endParaRPr lang="tr-TR" sz="26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47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/>
              <a:t>Qualitative (Verifiable) Criteria:</a:t>
            </a:r>
          </a:p>
          <a:p>
            <a:r>
              <a:rPr lang="en-US" b="1" dirty="0"/>
              <a:t>Group Communication:</a:t>
            </a:r>
            <a:r>
              <a:rPr lang="en-US" dirty="0"/>
              <a:t> At least 5 users can talk in a room simultaneously.</a:t>
            </a:r>
            <a:endParaRPr lang="tr-TR" dirty="0"/>
          </a:p>
          <a:p>
            <a:r>
              <a:rPr lang="en-US" b="1" dirty="0"/>
              <a:t>Cross-Platform Support:</a:t>
            </a:r>
            <a:r>
              <a:rPr lang="en-US" dirty="0"/>
              <a:t> Mobile and web clients can communicate in the same room.</a:t>
            </a:r>
            <a:endParaRPr lang="tr-TR" dirty="0"/>
          </a:p>
          <a:p>
            <a:r>
              <a:rPr lang="en-US" b="1" dirty="0"/>
              <a:t>Core Features Working:</a:t>
            </a:r>
            <a:r>
              <a:rPr lang="en-US" dirty="0"/>
              <a:t> Live location, text chat, and listen-only mode are fully functional.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Quantitative (Measurable) Criteria:</a:t>
            </a:r>
          </a:p>
          <a:p>
            <a:r>
              <a:rPr lang="en-US" b="1" dirty="0"/>
              <a:t>Voice Latency:</a:t>
            </a:r>
            <a:r>
              <a:rPr lang="en-US" dirty="0"/>
              <a:t> Audio delay is under </a:t>
            </a:r>
            <a:r>
              <a:rPr lang="en-US" b="1" dirty="0"/>
              <a:t>250ms</a:t>
            </a:r>
            <a:r>
              <a:rPr lang="en-US" dirty="0"/>
              <a:t>.</a:t>
            </a:r>
            <a:endParaRPr lang="tr-TR" dirty="0"/>
          </a:p>
          <a:p>
            <a:r>
              <a:rPr lang="en-US" b="1" dirty="0"/>
              <a:t>Location Accuracy:</a:t>
            </a:r>
            <a:r>
              <a:rPr lang="en-US" dirty="0"/>
              <a:t> Map location is within </a:t>
            </a:r>
            <a:r>
              <a:rPr lang="en-US" b="1" dirty="0"/>
              <a:t>20 meters</a:t>
            </a:r>
            <a:r>
              <a:rPr lang="en-US" dirty="0"/>
              <a:t> of the actual position.</a:t>
            </a:r>
            <a:endParaRPr lang="tr-TR" dirty="0"/>
          </a:p>
          <a:p>
            <a:r>
              <a:rPr lang="en-US" b="1" dirty="0"/>
              <a:t>Location Update Rate:</a:t>
            </a:r>
            <a:r>
              <a:rPr lang="en-US" dirty="0"/>
              <a:t> Map positions update at least every </a:t>
            </a:r>
            <a:r>
              <a:rPr lang="en-US" b="1" dirty="0"/>
              <a:t>5 seconds</a:t>
            </a:r>
            <a:r>
              <a:rPr lang="en-US" dirty="0"/>
              <a:t>.</a:t>
            </a:r>
            <a:endParaRPr lang="tr-TR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1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Timeline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18.10.2025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7</a:t>
            </a:fld>
            <a:endParaRPr lang="en-US" dirty="0"/>
          </a:p>
        </p:txBody>
      </p:sp>
      <p:pic>
        <p:nvPicPr>
          <p:cNvPr id="10" name="Picture 9" descr="A graph of a project&#10;&#10;AI-generated content may be incorrect.">
            <a:extLst>
              <a:ext uri="{FF2B5EF4-FFF2-40B4-BE49-F238E27FC236}">
                <a16:creationId xmlns:a16="http://schemas.microsoft.com/office/drawing/2014/main" id="{14E9EE16-9192-1737-4262-536AD6F9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859" y="1273285"/>
            <a:ext cx="9428282" cy="521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05034"/>
      </p:ext>
    </p:extLst>
  </p:cSld>
  <p:clrMapOvr>
    <a:masterClrMapping/>
  </p:clrMapOvr>
</p:sld>
</file>

<file path=ppt/theme/theme1.xml><?xml version="1.0" encoding="utf-8"?>
<a:theme xmlns:a="http://schemas.openxmlformats.org/drawingml/2006/main" name="GTU-ŞABLON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-sunum-GTU" id="{578639C5-6840-EB44-BB8C-38A47CB3FC37}" vid="{F2FEAD9A-9D10-6743-913C-E16FF5C7AA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d96629e-b90c-4ff0-92ea-6ad07502c00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510A117D5B614183AB61F004DFF6DB" ma:contentTypeVersion="4" ma:contentTypeDescription="Yeni belge oluşturun." ma:contentTypeScope="" ma:versionID="0e9857ec2f6c4781158ca7f89a093fb7">
  <xsd:schema xmlns:xsd="http://www.w3.org/2001/XMLSchema" xmlns:xs="http://www.w3.org/2001/XMLSchema" xmlns:p="http://schemas.microsoft.com/office/2006/metadata/properties" xmlns:ns2="8d96629e-b90c-4ff0-92ea-6ad07502c00c" targetNamespace="http://schemas.microsoft.com/office/2006/metadata/properties" ma:root="true" ma:fieldsID="776911bf1ac3c3172c94c1e04b113d68" ns2:_="">
    <xsd:import namespace="8d96629e-b90c-4ff0-92ea-6ad07502c00c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96629e-b90c-4ff0-92ea-6ad07502c00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45251B-9984-414C-BAB5-F5F3B79DCF05}">
  <ds:schemaRefs>
    <ds:schemaRef ds:uri="http://schemas.microsoft.com/office/2006/metadata/properties"/>
    <ds:schemaRef ds:uri="http://schemas.microsoft.com/office/infopath/2007/PartnerControls"/>
    <ds:schemaRef ds:uri="8d96629e-b90c-4ff0-92ea-6ad07502c00c"/>
  </ds:schemaRefs>
</ds:datastoreItem>
</file>

<file path=customXml/itemProps2.xml><?xml version="1.0" encoding="utf-8"?>
<ds:datastoreItem xmlns:ds="http://schemas.openxmlformats.org/officeDocument/2006/customXml" ds:itemID="{13F19564-8C6F-45DC-9ED0-17F7702A3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40B267-3CDD-46C1-B7FA-A33163D106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96629e-b90c-4ff0-92ea-6ad07502c0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417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GTU-ŞABLON-1</vt:lpstr>
      <vt:lpstr>WEBRTC BASED MOBILE/CAR VOICE GEOTALK SYSTEM</vt:lpstr>
      <vt:lpstr>Contents</vt:lpstr>
      <vt:lpstr>Project Definition</vt:lpstr>
      <vt:lpstr>Project Design</vt:lpstr>
      <vt:lpstr>Project Requirements</vt:lpstr>
      <vt:lpstr>Success Criteria</vt:lpstr>
      <vt:lpstr>Project Timeline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Mehmet Göktürk</dc:creator>
  <cp:lastModifiedBy>HASAN CAN İSTEKLİ</cp:lastModifiedBy>
  <cp:revision>21</cp:revision>
  <dcterms:created xsi:type="dcterms:W3CDTF">2015-02-28T16:59:24Z</dcterms:created>
  <dcterms:modified xsi:type="dcterms:W3CDTF">2025-10-18T14:09:12Z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0x01010098510A117D5B614183AB61F004DFF6DB</vt:lpwstr>
  </property>
</Properties>
</file>